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61" r:id="rId6"/>
    <p:sldId id="258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23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92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0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77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59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72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07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7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84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84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47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E08F8-CD32-4C7A-80A0-4C2780DE7D71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D3AC627-8631-48D9-BEF0-9020E873DB1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8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6C1C2-6FE1-89E7-20BE-26BC40745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6221" y="1276729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ru-RU" sz="5600" dirty="0">
                <a:solidFill>
                  <a:srgbClr val="454545"/>
                </a:solidFill>
              </a:rPr>
              <a:t>Лабораторная №6. Групповая проектная работа по </a:t>
            </a:r>
            <a:r>
              <a:rPr lang="ru-RU" sz="5600" dirty="0" err="1">
                <a:solidFill>
                  <a:srgbClr val="454545"/>
                </a:solidFill>
              </a:rPr>
              <a:t>Git</a:t>
            </a:r>
            <a:r>
              <a:rPr lang="ru-RU" sz="5600" dirty="0">
                <a:solidFill>
                  <a:srgbClr val="454545"/>
                </a:solidFill>
              </a:rPr>
              <a:t>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09BCDE-32A4-1734-91AC-1F125ACBC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3978572"/>
            <a:ext cx="4484126" cy="899035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110000"/>
              </a:lnSpc>
            </a:pPr>
            <a:r>
              <a:rPr lang="ru-RU" sz="1700" dirty="0">
                <a:solidFill>
                  <a:schemeClr val="accent1"/>
                </a:solidFill>
              </a:rPr>
              <a:t>Выполнили студенты первого курса </a:t>
            </a:r>
            <a:r>
              <a:rPr lang="ru-RU" sz="1700" dirty="0" err="1">
                <a:solidFill>
                  <a:schemeClr val="accent1"/>
                </a:solidFill>
              </a:rPr>
              <a:t>Елинов</a:t>
            </a:r>
            <a:r>
              <a:rPr lang="ru-RU" sz="1700" dirty="0">
                <a:solidFill>
                  <a:schemeClr val="accent1"/>
                </a:solidFill>
              </a:rPr>
              <a:t> Никита, </a:t>
            </a:r>
            <a:r>
              <a:rPr lang="ru-RU" sz="1700" dirty="0" err="1">
                <a:solidFill>
                  <a:schemeClr val="accent1"/>
                </a:solidFill>
              </a:rPr>
              <a:t>Поезжаев</a:t>
            </a:r>
            <a:r>
              <a:rPr lang="ru-RU" sz="1700" dirty="0">
                <a:solidFill>
                  <a:schemeClr val="accent1"/>
                </a:solidFill>
              </a:rPr>
              <a:t> Леонид, Загидуллина София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07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A6085-7878-50E7-E3E6-2B2D2761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25" y="1353159"/>
            <a:ext cx="5287549" cy="46649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№2 «Быки и коровы»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5F532C-0C0D-E870-FEDD-74138336E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88" y="1439660"/>
            <a:ext cx="11878055" cy="2988515"/>
          </a:xfrm>
        </p:spPr>
        <p:txBody>
          <a:bodyPr>
            <a:noAutofit/>
          </a:bodyPr>
          <a:lstStyle/>
          <a:p>
            <a:endParaRPr lang="ru-RU" sz="2400" dirty="0"/>
          </a:p>
          <a:p>
            <a:r>
              <a:rPr lang="ru-RU" sz="2400" dirty="0"/>
              <a:t>Компьютер загадывает случайное число в заданном диапазоне, а игрок должен угадать его. После каждой попытки программа сообщает, больше или меньше загаданного числа предложенное игроком значение.</a:t>
            </a:r>
          </a:p>
          <a:p>
            <a:r>
              <a:rPr lang="ru-RU" sz="2400" dirty="0"/>
              <a:t>Особенности реализации: Функции для генерации случайного числа, считывания ввода пользователя и проверки ответа.</a:t>
            </a:r>
          </a:p>
          <a:p>
            <a:r>
              <a:rPr lang="ru-RU" sz="2400" dirty="0"/>
              <a:t>Основные элементы: Использование генератора случайных чисел и простых условных операторов.</a:t>
            </a:r>
          </a:p>
        </p:txBody>
      </p:sp>
    </p:spTree>
    <p:extLst>
      <p:ext uri="{BB962C8B-B14F-4D97-AF65-F5344CB8AC3E}">
        <p14:creationId xmlns:p14="http://schemas.microsoft.com/office/powerpoint/2010/main" val="87080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E1B0C53-7DA0-FCEC-5F86-EC74BB7A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900" y="1399138"/>
            <a:ext cx="7927849" cy="420518"/>
          </a:xfrm>
        </p:spPr>
        <p:txBody>
          <a:bodyPr>
            <a:noAutofit/>
          </a:bodyPr>
          <a:lstStyle/>
          <a:p>
            <a:r>
              <a:rPr lang="ru-RU" sz="2400" dirty="0"/>
              <a:t>Получение данных о границах допустимых чисел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CAA6D7-0D61-4E67-4649-BA89145F07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3810" y="3090673"/>
            <a:ext cx="6271079" cy="1677824"/>
          </a:xfrm>
          <a:prstGeom prst="rect">
            <a:avLst/>
          </a:prstGeo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EA2A07A4-B9D8-A073-6146-64C25013C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1274" y="2638611"/>
            <a:ext cx="4880478" cy="2637371"/>
          </a:xfrm>
        </p:spPr>
        <p:txBody>
          <a:bodyPr>
            <a:normAutofit/>
          </a:bodyPr>
          <a:lstStyle/>
          <a:p>
            <a:r>
              <a:rPr lang="ru-RU" dirty="0"/>
              <a:t>Печатаем строку для ввода числа пользователем ( "-n", чтобы курсор остался в той же строчке, для удобства)</a:t>
            </a:r>
          </a:p>
          <a:p>
            <a:r>
              <a:rPr lang="ru-RU" dirty="0"/>
              <a:t>После, пользователь вводит числа границ и они сохраняются в переменные "</a:t>
            </a:r>
            <a:r>
              <a:rPr lang="ru-RU" dirty="0" err="1"/>
              <a:t>max</a:t>
            </a:r>
            <a:r>
              <a:rPr lang="ru-RU" dirty="0"/>
              <a:t>"/"</a:t>
            </a:r>
            <a:r>
              <a:rPr lang="ru-RU" dirty="0" err="1"/>
              <a:t>min</a:t>
            </a:r>
            <a:r>
              <a:rPr lang="ru-RU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75045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20399E7-A216-C975-71E7-5A780483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623" y="1298456"/>
            <a:ext cx="6419088" cy="5913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800" dirty="0"/>
              <a:t>Вычисление промежутка для чисел</a:t>
            </a:r>
            <a:endParaRPr lang="en-US" sz="28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3473D59-8CC2-466C-988C-354F18C8C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040" y="2385229"/>
            <a:ext cx="5166359" cy="354673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ru-RU" dirty="0"/>
              <a:t>Вычисляем количество чисел от </a:t>
            </a:r>
            <a:r>
              <a:rPr lang="ru-RU" dirty="0" err="1"/>
              <a:t>min</a:t>
            </a:r>
            <a:r>
              <a:rPr lang="ru-RU" dirty="0"/>
              <a:t> до </a:t>
            </a:r>
            <a:r>
              <a:rPr lang="ru-RU" dirty="0" err="1"/>
              <a:t>max</a:t>
            </a:r>
            <a:r>
              <a:rPr lang="en-US" dirty="0"/>
              <a:t> </a:t>
            </a:r>
            <a:r>
              <a:rPr lang="ru-RU" dirty="0"/>
              <a:t>включительно и </a:t>
            </a:r>
            <a:r>
              <a:rPr lang="ru-RU" dirty="0" err="1"/>
              <a:t>присваеваем</a:t>
            </a:r>
            <a:r>
              <a:rPr lang="ru-RU" dirty="0"/>
              <a:t> результат в "</a:t>
            </a:r>
            <a:r>
              <a:rPr lang="ru-RU" dirty="0" err="1"/>
              <a:t>range</a:t>
            </a:r>
            <a:r>
              <a:rPr lang="ru-RU" dirty="0"/>
              <a:t>"</a:t>
            </a:r>
          </a:p>
          <a:p>
            <a:r>
              <a:rPr lang="ru-RU" dirty="0"/>
              <a:t>Берем </a:t>
            </a:r>
            <a:r>
              <a:rPr lang="ru-RU" dirty="0" err="1"/>
              <a:t>рандомное</a:t>
            </a:r>
            <a:r>
              <a:rPr lang="ru-RU" dirty="0"/>
              <a:t> число и берём остаток от деления от количества чисел между мин и макс,  ( этот остаток будет буквально n-</a:t>
            </a:r>
            <a:r>
              <a:rPr lang="ru-RU" dirty="0" err="1"/>
              <a:t>ым</a:t>
            </a:r>
            <a:r>
              <a:rPr lang="ru-RU" dirty="0"/>
              <a:t> числом по счету он мин до макс)</a:t>
            </a:r>
          </a:p>
          <a:p>
            <a:r>
              <a:rPr lang="ru-RU" dirty="0"/>
              <a:t>После прибавляем </a:t>
            </a:r>
            <a:r>
              <a:rPr lang="en-US" dirty="0"/>
              <a:t>min,</a:t>
            </a:r>
            <a:r>
              <a:rPr lang="ru-RU" dirty="0"/>
              <a:t> чтобы был нужный диапазон</a:t>
            </a:r>
          </a:p>
          <a:p>
            <a:r>
              <a:rPr lang="ru-RU" dirty="0"/>
              <a:t>Создаем счетчик попыток</a:t>
            </a:r>
            <a:endParaRPr lang="en-US" dirty="0"/>
          </a:p>
        </p:txBody>
      </p:sp>
      <p:pic>
        <p:nvPicPr>
          <p:cNvPr id="5" name="Объект 4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9DE68F-4436-138F-237D-3004B2198D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96000" y="2929077"/>
            <a:ext cx="5865695" cy="12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40897-F2E3-9511-851C-78321F462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924" y="1325728"/>
            <a:ext cx="2964973" cy="587134"/>
          </a:xfrm>
        </p:spPr>
        <p:txBody>
          <a:bodyPr>
            <a:normAutofit/>
          </a:bodyPr>
          <a:lstStyle/>
          <a:p>
            <a:r>
              <a:rPr lang="ru-RU" sz="2800" dirty="0"/>
              <a:t>Цикл и вывод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68A9177-2D6F-0986-B2D3-D3A8F964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75" y="1942060"/>
            <a:ext cx="4162555" cy="3450613"/>
          </a:xfrm>
        </p:spPr>
        <p:txBody>
          <a:bodyPr>
            <a:noAutofit/>
          </a:bodyPr>
          <a:lstStyle/>
          <a:p>
            <a:r>
              <a:rPr lang="ru-RU" sz="1500" dirty="0"/>
              <a:t>Создаём цикл </a:t>
            </a:r>
            <a:r>
              <a:rPr lang="en-US" sz="1500" dirty="0"/>
              <a:t>while true</a:t>
            </a:r>
            <a:endParaRPr lang="ru-RU" sz="1500" dirty="0"/>
          </a:p>
          <a:p>
            <a:r>
              <a:rPr lang="ru-RU" sz="1500" dirty="0"/>
              <a:t>Даем пользователю угадать число и сохраняем его в "</a:t>
            </a:r>
            <a:r>
              <a:rPr lang="ru-RU" sz="1500" dirty="0" err="1"/>
              <a:t>guess</a:t>
            </a:r>
            <a:r>
              <a:rPr lang="ru-RU" sz="1500" dirty="0"/>
              <a:t>"</a:t>
            </a:r>
          </a:p>
          <a:p>
            <a:r>
              <a:rPr lang="ru-RU" sz="1500" dirty="0"/>
              <a:t>Увеличиваем счетчик на 1,</a:t>
            </a:r>
          </a:p>
          <a:p>
            <a:r>
              <a:rPr lang="ru-RU" sz="1500" dirty="0"/>
              <a:t>Сравниваем число, пользователя и загаданное, если они равные, то выводим, что пользователь угадал и завершаем цикл</a:t>
            </a:r>
          </a:p>
          <a:p>
            <a:r>
              <a:rPr lang="ru-RU" sz="1500" dirty="0"/>
              <a:t>Иначе: если число больше, выводим текст о том, что загаданное число больше</a:t>
            </a:r>
          </a:p>
          <a:p>
            <a:r>
              <a:rPr lang="ru-RU" sz="1500" dirty="0"/>
              <a:t>Иначе: если число меньше, выводим текст о том, что загаданное число меньше</a:t>
            </a:r>
          </a:p>
        </p:txBody>
      </p:sp>
      <p:pic>
        <p:nvPicPr>
          <p:cNvPr id="5" name="Объект 4" descr="Изображение выглядит как текст, снимок экрана, Шрифт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D2C60E-0093-D4A6-9EFE-BF8E04C75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721" y="2825497"/>
            <a:ext cx="6836464" cy="270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64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A75E472-8489-419E-A5E8-1E9707604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424" y="255472"/>
            <a:ext cx="9979152" cy="560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2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BF56526-A4C9-5D6E-A95F-3EDAA09BE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630" y="310896"/>
            <a:ext cx="9811898" cy="565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4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мультфильм, пингвин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F42408-90A6-6E40-5060-260265A27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131922"/>
          </a:xfrm>
        </p:spPr>
      </p:pic>
    </p:spTree>
    <p:extLst>
      <p:ext uri="{BB962C8B-B14F-4D97-AF65-F5344CB8AC3E}">
        <p14:creationId xmlns:p14="http://schemas.microsoft.com/office/powerpoint/2010/main" val="3505446033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106</TotalTime>
  <Words>263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Галерея</vt:lpstr>
      <vt:lpstr>Лабораторная №6. Групповая проектная работа по Git.</vt:lpstr>
      <vt:lpstr>Задача №2 «Быки и коровы»</vt:lpstr>
      <vt:lpstr>Получение данных о границах допустимых чисел</vt:lpstr>
      <vt:lpstr>Вычисление промежутка для чисел</vt:lpstr>
      <vt:lpstr>Цикл и вывод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София</dc:creator>
  <cp:lastModifiedBy>София</cp:lastModifiedBy>
  <cp:revision>2</cp:revision>
  <dcterms:created xsi:type="dcterms:W3CDTF">2025-11-12T15:49:52Z</dcterms:created>
  <dcterms:modified xsi:type="dcterms:W3CDTF">2025-11-13T15:49:22Z</dcterms:modified>
</cp:coreProperties>
</file>